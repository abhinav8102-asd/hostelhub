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6400800" y="0"/>
            <a:ext cx="5790895" cy="6858000"/>
          </a:xfrm>
          <a:prstGeom prst="rtTriangle">
            <a:avLst/>
          </a:prstGeom>
          <a:solidFill>
            <a:srgbClr val="4C0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97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8A0D24"/>
                </a:solidFill>
              </a:defRPr>
            </a:pPr>
            <a: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HostelHub</a:t>
            </a:r>
          </a:p>
          <a:p>
            <a:pPr>
              <a:defRPr sz="2400" b="1">
                <a:solidFill>
                  <a:srgbClr val="D97706"/>
                </a:solidFill>
              </a:defRPr>
            </a:pPr>
            <a:r>
              <a:t>All-in-One Digital Hostel Management Platform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Streamlining Complaints, Daily Attendance, Mess Regulations &amp; Real-Time Communication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Developed by Abhinav Kumar (Lead Full-Stack Developer)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640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8A0D24"/>
                </a:solidFill>
              </a:defRPr>
            </a:pPr>
            <a: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HOSTELHUB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Digital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A0D24"/>
                </a:solidFill>
              </a:defRPr>
            </a:pPr>
            <a:r>
              <a:t>⚠️ Traditional Hostel Challenges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Manual Paper Register Attendance leads to proxy errors and lost records.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Unorganized Maintenance Complaints cause long delays in repair dispatch.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Food Waste in Mess due to lack of real-time meal skip tracking.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Fragmented Student Communication via unverified chat groups.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No accountability or photo proof of work completion by service staff.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6534"/>
                </a:solidFill>
              </a:defRPr>
            </a:pPr>
            <a:r>
              <a:t>🎯 The HostelHub Solution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100% Digital Workflow connecting Students, Wardens, Staff &amp; Admins.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Automated Ticket Dispatching with category-based routing to staff.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Mandatory Image Proof Upload by staff before marking jobs resolved.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Real-Time Roll Call Attendance with instant hostel-wise statistics.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Evening Snacks &amp; Meal Skip System to optimize mess preparation.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640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8A0D24"/>
                </a:solidFill>
              </a:defRPr>
            </a:pPr>
            <a: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HOSTELHUB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Core Platform Architecture &amp;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A0D24"/>
                </a:solidFill>
              </a:defRPr>
            </a:pPr>
            <a:r>
              <a:t>🚀 Key System Modules</a:t>
            </a:r>
          </a:p>
          <a:p>
            <a:pPr>
              <a:defRPr sz="1400" b="1">
                <a:solidFill>
                  <a:srgbClr val="8A0D24"/>
                </a:solidFill>
              </a:defRPr>
            </a:pPr>
            <a:r>
              <a:t>🔧 Ticket Maintenance Engine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Instant photo complaints, category routing &amp; rating feedback.</a:t>
            </a:r>
          </a:p>
          <a:p>
            <a:pPr>
              <a:defRPr sz="1400" b="1">
                <a:solidFill>
                  <a:srgbClr val="8A0D24"/>
                </a:solidFill>
              </a:defRPr>
            </a:pPr>
            <a:r>
              <a:t>📅 Daily Roll Call Roster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Binary Present/Absent marking with hostel block filtering.</a:t>
            </a:r>
          </a:p>
          <a:p>
            <a:pPr>
              <a:defRPr sz="1400" b="1">
                <a:solidFill>
                  <a:srgbClr val="8A0D24"/>
                </a:solidFill>
              </a:defRPr>
            </a:pPr>
            <a:r>
              <a:t>☕ Mess Regulations &amp; Snacks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Weekly meal schedules, evening snacks &amp; skip meal tracking.</a:t>
            </a:r>
          </a:p>
          <a:p>
            <a:pPr>
              <a:defRPr sz="1400" b="1">
                <a:solidFill>
                  <a:srgbClr val="8A0D24"/>
                </a:solidFill>
              </a:defRPr>
            </a:pPr>
            <a:r>
              <a:t>💬 Real-Time Group Chat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Block &amp; Batch chats powered by Socket.io WebSockets.</a:t>
            </a:r>
          </a:p>
          <a:p>
            <a:pPr>
              <a:defRPr sz="1400" b="1">
                <a:solidFill>
                  <a:srgbClr val="8A0D24"/>
                </a:solidFill>
              </a:defRPr>
            </a:pPr>
            <a:r>
              <a:t>🔒 Profile Security Guard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</a:defRPr>
            </a:pPr>
            <a:r>
              <a:t>Warden re-approval required for Gender or Batch modifications.</a:t>
            </a:r>
          </a:p>
        </p:txBody>
      </p:sp>
      <p:pic>
        <p:nvPicPr>
          <p:cNvPr id="7" name="Picture 6" descr="media__1785587242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228992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640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8A0D24"/>
                </a:solidFill>
              </a:defRPr>
            </a:pPr>
            <a: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HOSTELHUB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Student Portal - Instant Issue Raising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A0D24"/>
                </a:solidFill>
              </a:defRPr>
            </a:pPr>
            <a:r>
              <a:t>📝 Frictionless Complaint Dispatch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Categorized Issue Selection: Electrical, Plumbing, Carpentry, Cleaning, Other.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Priority Assignment: Low, Medium, High, Urgent level tags.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Native Photo Capture: Direct camera attachment for physical damage proof.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Real-Time Progress Tracking: 4-stage visual timeline (Ticket Raised -&gt; Staff Assignment -&gt; Work Progress -&gt; Resolution).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Warden Contact Cards: One-tap call/email buttons to reach assigned block wardens instantly.</a:t>
            </a:r>
          </a:p>
        </p:txBody>
      </p:sp>
      <p:pic>
        <p:nvPicPr>
          <p:cNvPr id="7" name="Picture 6" descr="media__1785587403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250507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640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8A0D24"/>
                </a:solidFill>
              </a:defRPr>
            </a:pPr>
            <a: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HOSTELHUB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End-to-End Ticket Lifecycle &amp; Proof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1460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1. Raise Ticket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Student logs issue with title, category, priority &amp; issue photo.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8A0D24"/>
                </a:solidFill>
              </a:defRPr>
            </a:pPr>
            <a:r>
              <a:t>2. Assign Staff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Warden views workload &amp; assigns specialized electrician/plumber.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51460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B31031"/>
                </a:solidFill>
              </a:defRPr>
            </a:pPr>
            <a:r>
              <a:t>3. Work Progress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Staff marks job 'In Progress' &amp; visits student room.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51460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66534"/>
                </a:solidFill>
              </a:defRPr>
            </a:pPr>
            <a:r>
              <a:t>4. Proof &amp; Feedback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Staff uploads resolution photo proof. Student rates job 1-5 stars.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640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8A0D24"/>
                </a:solidFill>
              </a:defRPr>
            </a:pPr>
            <a: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HOSTELHUB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Warden Portal - Daily Roll Call Attendance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A0D24"/>
                </a:solidFill>
              </a:defRPr>
            </a:pPr>
            <a:r>
              <a:t>📅 Streamlined Roll Call Roster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✔ Binary Status Model: Strictly tracks Present &amp; Absent (Outing clutter eliminated).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✔ Hostel Block Filtering: Filter by All Hostels, Boys Hostel 1/2, Girls Hostel 1/2.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✔ Live Summary Metrics Bar: Displays Total Students, Present Count, and Absent Count in real-time.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✔ Bulk Action Controls: One-tap 'Mark All Present' with optional student remark entries.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✔ Student Attendance Metrics: Students view overall attendance % &amp; history.</a:t>
            </a:r>
          </a:p>
        </p:txBody>
      </p:sp>
      <p:pic>
        <p:nvPicPr>
          <p:cNvPr id="7" name="Picture 6" descr="media__17856674206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229940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640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8A0D24"/>
                </a:solidFill>
              </a:defRPr>
            </a:pPr>
            <a: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HOSTELHUB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Mess Regulations, Evening Snacks &amp; Meal Skipping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A0D24"/>
                </a:solidFill>
              </a:defRPr>
            </a:pPr>
            <a:r>
              <a:t>☕ 4-Meal Daily Schedule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Breakfast: Morning healthy options &amp; tea/coffee.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Lunch: Full nutritional meal schedule.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Evening Snacks (☕ Added): Tea, snacks &amp; evening refreshment item.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Dinner: Evening meal schedule with special weekend menus.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Warden Menu Control: Wardens update weekly meal items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6534"/>
                </a:solidFill>
              </a:defRPr>
            </a:pPr>
            <a:r>
              <a:t>♻️ Meal Skip &amp; Waste Reduction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✔ One-Tap Skip Toggle: Students mark meals they will skip ahead of time.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✔ Mess Staff Analytics: Live count of meals to prepare, cutting food waste by up to 30%.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✔ Mess Feedback Rating: Students rate food quality, hygiene &amp; quantity.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✔ Warden Feedback Overview: Wardens monitor mess ratings &amp; student comments.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640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8A0D24"/>
                </a:solidFill>
              </a:defRPr>
            </a:pPr>
            <a: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HOSTELHUB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Real-Time Communication &amp; Group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A0D24"/>
                </a:solidFill>
              </a:defRPr>
            </a:pPr>
            <a:r>
              <a:t>💬 Powered by Socket.io WebSockets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Automatic Group Membership: Joined into Block Group Chat &amp; Academic Batch Chat on signup.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Warden Group Hub: Wardens broadcast notices to all or specific hostel blocks.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Photo Sharing &amp; Attachment Preview: Share room issues &amp; study notices.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Single-Screen Immersive UI: Bottom navigation stays pinned during scrolling.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Developer Team Cards: Integrated GitHub, LinkedIn, Twitter, Email &amp; 📸 Instagram buttons.</a:t>
            </a:r>
          </a:p>
        </p:txBody>
      </p:sp>
      <p:pic>
        <p:nvPicPr>
          <p:cNvPr id="7" name="Picture 6" descr="media__1785586595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235022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640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8A0D24"/>
                </a:solidFill>
              </a:defRPr>
            </a:pPr>
            <a: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HOSTELHUB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Architecture &amp; Critical Security 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A0D24"/>
                </a:solidFill>
              </a:defRPr>
            </a:pPr>
            <a:r>
              <a:t>⚙️ Full Stack Architecture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▪ Frontend: Angular Standalone Components, Vanilla CSS Tokens, RxJS.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▪ Mobile APK: Capacitor Native Android Bridge &amp; Back-Button Guard.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▪ Backend: Node.js, Express.js REST API layer.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▪ Database: PostgreSQL Database with Sequelize ORM &amp; indexing.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▪ Cloud Storage: Supabase Image Storage with Base64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AF8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🔒 Security Enforcements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🛡️ Profile Re-Approval Rule: Standard profile updates save instantly. Editing Gender or Batch triggers critical warning &amp; requires Warden Re-approval.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🛡️ Dual-Press Back Button Exit Guard: Back button navigates to Home tab first; second press opens sleek Exit Confirmation Modal.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🛡️ Role-Based JWT Authorization: Strictly enforces route access for Students, Wardens, Staff &amp; Admins.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Transforming Hostel Operations with HostelHub</a:t>
            </a:r>
          </a:p>
          <a:p>
            <a:pPr>
              <a:spcAft>
                <a:spcPts val="3000"/>
              </a:spcAft>
              <a:defRPr sz="1600" b="1">
                <a:solidFill>
                  <a:srgbClr val="D97706"/>
                </a:solidFill>
              </a:defRPr>
            </a:pPr>
            <a:r>
              <a:t>✓ Zero Paperwork  |  ✓ 100% Ticket Accountability  |  ✓ Reduced Mess Waste  |  ✓ Instant Emergency Alerting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For inquiries, app deployment, or feedback, connect with the HostelHub Engineering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